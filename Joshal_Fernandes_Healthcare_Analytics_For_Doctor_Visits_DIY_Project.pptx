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2"/>
  </p:notesMasterIdLst>
  <p:handoutMasterIdLst>
    <p:handoutMasterId r:id="rId13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0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7BBC5-90FB-0B4C-ED85-F72C7BA7CE4A}" v="1" dt="2022-06-06T12:10:26.22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9/18/2026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9/18/2026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9/18/2026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3400089" cy="861497"/>
          </a:xfrm>
        </p:spPr>
        <p:txBody>
          <a:bodyPr/>
          <a:lstStyle/>
          <a:p>
            <a:pPr algn="r"/>
            <a:r>
              <a:rPr lang="en-US" b="0" dirty="0" err="1">
                <a:solidFill>
                  <a:schemeClr val="tx1"/>
                </a:solidFill>
              </a:rPr>
              <a:t>Joshal</a:t>
            </a:r>
            <a:r>
              <a:rPr lang="en-US" b="0" dirty="0">
                <a:solidFill>
                  <a:schemeClr val="tx1"/>
                </a:solidFill>
              </a:rPr>
              <a:t> Fernandes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7443" y="2716001"/>
            <a:ext cx="7956531" cy="743448"/>
          </a:xfrm>
        </p:spPr>
        <p:txBody>
          <a:bodyPr>
            <a:normAutofit fontScale="90000"/>
          </a:bodyPr>
          <a:lstStyle/>
          <a:p>
            <a:r>
              <a:rPr lang="en-IN" dirty="0"/>
              <a:t>Healthcare Analytics for Doctor </a:t>
            </a:r>
            <a:r>
              <a:rPr lang="en-IN" dirty="0" err="1"/>
              <a:t>Visits_TIRTC</a:t>
            </a:r>
            <a:br>
              <a:rPr lang="en-IN" dirty="0"/>
            </a:b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50000"/>
              </a:lnSpc>
              <a:spcAft>
                <a:spcPts val="1400"/>
              </a:spcAft>
              <a:defRPr sz="2100">
                <a:solidFill>
                  <a:srgbClr val="373737"/>
                </a:solidFill>
                <a:latin typeface="Aptos"/>
              </a:defRPr>
            </a:pPr>
            <a:r>
              <a:rPr lang="en-US" sz="2800" dirty="0"/>
              <a:t>Healthcare providers generate large amounts of patient and visit data, but patterns in doctor visits can be difficult to identify manually.</a:t>
            </a:r>
            <a:endParaRPr lang="en-US" sz="3200" dirty="0"/>
          </a:p>
          <a:p>
            <a:pPr>
              <a:spcAft>
                <a:spcPts val="1400"/>
              </a:spcAft>
              <a:defRPr sz="2100">
                <a:solidFill>
                  <a:srgbClr val="373737"/>
                </a:solidFill>
                <a:latin typeface="Aptos"/>
              </a:defRPr>
            </a:pPr>
            <a:r>
              <a:rPr lang="en-US" sz="2800" dirty="0"/>
              <a:t>This project analyzes doctor-visit data to understand how visit frequency varies with factors such as gender, age, illness, health status, income and healthcare coverage.</a:t>
            </a:r>
          </a:p>
          <a:p>
            <a:pPr>
              <a:spcAft>
                <a:spcPts val="1400"/>
              </a:spcAft>
              <a:defRPr sz="2100">
                <a:solidFill>
                  <a:srgbClr val="373737"/>
                </a:solidFill>
                <a:latin typeface="Aptos"/>
              </a:defRPr>
            </a:pPr>
            <a:r>
              <a:rPr lang="en-US" sz="2800" dirty="0"/>
              <a:t>The analysis aims to present clear data-driven insights that can support healthcare planning and resource management.</a:t>
            </a: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18A2149-E02A-1954-ECF2-2ED9D266B362}"/>
              </a:ext>
            </a:extLst>
          </p:cNvPr>
          <p:cNvSpPr txBox="1"/>
          <p:nvPr/>
        </p:nvSpPr>
        <p:spPr>
          <a:xfrm>
            <a:off x="675957" y="2034073"/>
            <a:ext cx="8915912" cy="3349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373737"/>
                </a:solidFill>
                <a:latin typeface="Aptos"/>
              </a:defRPr>
            </a:pPr>
            <a:r>
              <a:rPr lang="en-US" dirty="0"/>
              <a:t>Dataset contains 5,190 records and 13 columns, including doctor visits, gender, age, income, illness, health and healthcare coverage variables.</a:t>
            </a:r>
          </a:p>
          <a:p>
            <a:pPr>
              <a:spcAft>
                <a:spcPts val="1000"/>
              </a:spcAft>
              <a:defRPr sz="1900">
                <a:solidFill>
                  <a:srgbClr val="373737"/>
                </a:solidFill>
                <a:latin typeface="Aptos"/>
              </a:defRPr>
            </a:pPr>
            <a:r>
              <a:rPr lang="en-US" dirty="0"/>
              <a:t>The data was explored and analyzed using Python-based data analytics techniques.</a:t>
            </a:r>
          </a:p>
          <a:p>
            <a:pPr>
              <a:spcAft>
                <a:spcPts val="1000"/>
              </a:spcAft>
              <a:defRPr sz="1900">
                <a:solidFill>
                  <a:srgbClr val="373737"/>
                </a:solidFill>
                <a:latin typeface="Aptos"/>
              </a:defRPr>
            </a:pPr>
            <a:r>
              <a:rPr lang="en-US" dirty="0"/>
              <a:t>Pandas and NumPy were used for data loading, cleaning and statistical analysis.</a:t>
            </a:r>
          </a:p>
          <a:p>
            <a:pPr>
              <a:spcAft>
                <a:spcPts val="1000"/>
              </a:spcAft>
              <a:defRPr sz="1900">
                <a:solidFill>
                  <a:srgbClr val="373737"/>
                </a:solidFill>
                <a:latin typeface="Aptos"/>
              </a:defRPr>
            </a:pPr>
            <a:r>
              <a:rPr lang="en-US" dirty="0"/>
              <a:t>Matplotlib and Seaborn were used to visualize visit patterns and demographic distributions.</a:t>
            </a:r>
          </a:p>
          <a:p>
            <a:pPr>
              <a:spcAft>
                <a:spcPts val="1000"/>
              </a:spcAft>
              <a:defRPr sz="1900">
                <a:solidFill>
                  <a:srgbClr val="373737"/>
                </a:solidFill>
                <a:latin typeface="Aptos"/>
              </a:defRPr>
            </a:pPr>
            <a:r>
              <a:rPr lang="en-US" dirty="0"/>
              <a:t>The final analysis highlights relationships between doctor visits and important patient characteristics.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9944719" cy="3990023"/>
          </a:xfrm>
        </p:spPr>
        <p:txBody>
          <a:bodyPr>
            <a:normAutofit fontScale="77500" lnSpcReduction="20000"/>
          </a:bodyPr>
          <a:lstStyle/>
          <a:p>
            <a:pPr>
              <a:spcAft>
                <a:spcPts val="1000"/>
              </a:spcAft>
              <a:defRPr sz="2100">
                <a:solidFill>
                  <a:srgbClr val="373737"/>
                </a:solidFill>
                <a:latin typeface="Aptos"/>
              </a:defRPr>
            </a:pPr>
            <a:r>
              <a:rPr lang="en-US" sz="3600" dirty="0"/>
              <a:t>Doctors and healthcare professionals – understand patterns in patient visits.</a:t>
            </a:r>
          </a:p>
          <a:p>
            <a:pPr>
              <a:spcAft>
                <a:spcPts val="1000"/>
              </a:spcAft>
              <a:defRPr sz="2100">
                <a:solidFill>
                  <a:srgbClr val="373737"/>
                </a:solidFill>
                <a:latin typeface="Aptos"/>
              </a:defRPr>
            </a:pPr>
            <a:r>
              <a:rPr lang="en-US" sz="3600" dirty="0"/>
              <a:t>Hospital and healthcare administrators – support resource and service planning.</a:t>
            </a:r>
          </a:p>
          <a:p>
            <a:pPr>
              <a:spcAft>
                <a:spcPts val="1000"/>
              </a:spcAft>
              <a:defRPr sz="2100">
                <a:solidFill>
                  <a:srgbClr val="373737"/>
                </a:solidFill>
                <a:latin typeface="Aptos"/>
              </a:defRPr>
            </a:pPr>
            <a:r>
              <a:rPr lang="en-US" sz="3600" dirty="0"/>
              <a:t>Public health planners – identify population-level healthcare usage patterns.</a:t>
            </a:r>
          </a:p>
          <a:p>
            <a:pPr>
              <a:spcAft>
                <a:spcPts val="1000"/>
              </a:spcAft>
              <a:defRPr sz="2100">
                <a:solidFill>
                  <a:srgbClr val="373737"/>
                </a:solidFill>
                <a:latin typeface="Aptos"/>
              </a:defRPr>
            </a:pPr>
            <a:r>
              <a:rPr lang="en-US" sz="3600" dirty="0"/>
              <a:t>Healthcare data analysts and researchers – explore relationships in healthcare datasets.</a:t>
            </a:r>
          </a:p>
          <a:p>
            <a:pPr algn="just">
              <a:lnSpc>
                <a:spcPct val="150000"/>
              </a:lnSpc>
            </a:pPr>
            <a:endParaRPr lang="en-IN" sz="3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618" y="1432560"/>
            <a:ext cx="9027702" cy="5243448"/>
          </a:xfrm>
        </p:spPr>
        <p:txBody>
          <a:bodyPr/>
          <a:lstStyle/>
          <a:p>
            <a:pPr lvl="1">
              <a:lnSpc>
                <a:spcPct val="150000"/>
              </a:lnSpc>
            </a:pPr>
            <a:r>
              <a:rPr lang="en-US" dirty="0"/>
              <a:t>Python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Pandas</a:t>
            </a:r>
          </a:p>
          <a:p>
            <a:pPr lvl="1">
              <a:lnSpc>
                <a:spcPct val="150000"/>
              </a:lnSpc>
            </a:pPr>
            <a:r>
              <a:rPr lang="en-US" dirty="0" err="1"/>
              <a:t>Numpy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/>
              <a:t>Matplotlib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Seaborn</a:t>
            </a: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5340494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40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https://github.com/Gtdfghh/Healthcare-Analytics-for-Doctor-Visits.git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15ABA44-4BA4-93D8-14D7-3407B2536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959" y="1201586"/>
            <a:ext cx="5266954" cy="416052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F4E62D6-288E-5213-9B0E-5711A2FB9E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3453" y="1608410"/>
            <a:ext cx="4400351" cy="2937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9134" y="2373163"/>
            <a:ext cx="11340000" cy="700114"/>
          </a:xfrm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698</TotalTime>
  <Words>246</Words>
  <Application>Microsoft Office PowerPoint</Application>
  <PresentationFormat>Widescreen</PresentationFormat>
  <Paragraphs>30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Trebuchet MS</vt:lpstr>
      <vt:lpstr>Wingdings</vt:lpstr>
      <vt:lpstr>Wingdings 3</vt:lpstr>
      <vt:lpstr>Facet</vt:lpstr>
      <vt:lpstr>Healthcare Analytics for Doctor Visits_TIRTC </vt:lpstr>
      <vt:lpstr>PROBLEM  STATEMENT</vt:lpstr>
      <vt:lpstr>Project Description  </vt:lpstr>
      <vt:lpstr>WHO ARE THE END USERS?</vt:lpstr>
      <vt:lpstr>Technology Used</vt:lpstr>
      <vt:lpstr>RESULTS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joshnimdb@outlook.com</cp:lastModifiedBy>
  <cp:revision>79</cp:revision>
  <dcterms:created xsi:type="dcterms:W3CDTF">2021-07-11T13:13:15Z</dcterms:created>
  <dcterms:modified xsi:type="dcterms:W3CDTF">2026-09-18T11:35:21Z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